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AI辅助开发分享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C96"/>
                </a:solidFill>
              </a:defRPr>
            </a:pPr>
            <a:r>
              <a:t>提升效率 · 释放创意 · 未来已来</a:t>
            </a:r>
          </a:p>
        </p:txBody>
      </p:sp>
      <p:pic>
        <p:nvPicPr>
          <p:cNvPr id="5" name="Picture 4" descr="老六形象_最终版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1105" y="3108960"/>
            <a:ext cx="2743200" cy="31350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1. AI辅助开发概述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2. 常用AI工具介绍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3. 实际应用场景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4. 最佳实践与技巧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5. 实际案例分享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6. 未来展望与总结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什么是AI辅助开发？</a:t>
            </a:r>
          </a:p>
        </p:txBody>
      </p:sp>
      <p:pic>
        <p:nvPicPr>
          <p:cNvPr id="5" name="Picture 4" descr="老六形象_最终版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371600"/>
            <a:ext cx="32004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利用人工智能技术辅助软件开发过程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提高开发效率，减少重复性工作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让开发者专注于创造性工作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核心价值：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• 提升编码效率 30%-50%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• 降低学习新技术成本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• 减少人为错误率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• 加速项目交付周期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常用AI工具介绍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67EEA"/>
                </a:solidFill>
              </a:defRPr>
            </a:pPr>
            <a:r>
              <a:t>代码生成与补全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GitHub Copilot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• 代码自动补全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• 支持多种语言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• 与IDE深度集成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Codeium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• 免费开源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• 个人项目首选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• 响应速度快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67EEA"/>
                </a:solidFill>
              </a:defRPr>
            </a:pPr>
            <a:r>
              <a:t>AI编程助手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ChatGPT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• 通用性强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• 代码解释清晰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• 支持多轮对话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Claude / 文心一言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• 代码能力突出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• 长代码处理强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• 中文支持优秀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实际应用场景</a:t>
            </a:r>
          </a:p>
        </p:txBody>
      </p:sp>
      <p:pic>
        <p:nvPicPr>
          <p:cNvPr id="5" name="Picture 4" descr="老六形象_最终版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371600"/>
            <a:ext cx="32004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代码生成：快速生成算法、函数、类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   效率提升：从10分钟 → 10秒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代码审查：发现潜在Bug、风格检查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   自动检测常见问题，提供优化建议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文档生成：自动生成函数注释、API文档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   保持文档与代码同步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Bug修复：智能诊断问题，提供修复方案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   快速定位错误原因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最佳实践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67EEA"/>
                </a:solidFill>
              </a:defRPr>
            </a:pPr>
            <a:r>
              <a:t>应该做的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✓ 明确描述需求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   提供上下文信息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   说明输入输出格式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   指定编程语言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✓ 分步骤提问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   复杂问题拆解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   逐步验证结果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   迭代优化代码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67EEA"/>
                </a:solidFill>
              </a:defRPr>
            </a:pPr>
            <a:r>
              <a:t>避免的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✗ 完全依赖AI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   不验证直接复制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   忽视代码质量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   放弃思考过程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✗ 泄露敏感信息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   API密钥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   数据库密码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   个人隐私数据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提示词工程技巧</a:t>
            </a:r>
          </a:p>
        </p:txBody>
      </p:sp>
      <p:pic>
        <p:nvPicPr>
          <p:cNvPr id="5" name="Picture 4" descr="老六形象_最终版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371600"/>
            <a:ext cx="32004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有效提示词结构示例：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角色：你是一位资深Python开发工程师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任务：帮我优化这段代码的性能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代码：[粘贴代码内容]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要求：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   1. 时间复杂度优化到O(n)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   2. 保持代码可读性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   3. 添加异常处理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   4. 提供优化说明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实际案例：快速搭建网站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67EEA"/>
                </a:solidFill>
              </a:defRPr>
            </a:pPr>
            <a:r>
              <a:t>传统方式（7小时）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1. 设计页面结构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   耗时：2小时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2. 编写CSS样式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   耗时：3小时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3. 调试响应式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   耗时：2小时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总计：7小时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67EEA"/>
                </a:solidFill>
              </a:defRPr>
            </a:pPr>
            <a:r>
              <a:t>AI辅助方式（35分钟）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1. 描述需求给AI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   耗时：5分钟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2. AI生成代码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   耗时：30秒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3. 微调优化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   耗时：30分钟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总计：35分钟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t>效率提升：12倍！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未来展望</a:t>
            </a:r>
          </a:p>
        </p:txBody>
      </p:sp>
      <p:pic>
        <p:nvPicPr>
          <p:cNvPr id="5" name="Picture 4" descr="老六形象_最终版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371600"/>
            <a:ext cx="32004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更智能的代码理解：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   • 理解项目整体架构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   • 跨文件代码分析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   • 智能重构建议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更强的生成能力：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   • 完整项目生成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   • 自动化测试生成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   • 文档自动维护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更好的人机协作：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   • 个性化学习开发者习惯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   • 成为真正的编程伙伴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AI辅助开发的核心价值：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1. 效率提升 - 减少重复性工作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2. 质量保障 - 减少人为错误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3. 学习加速 - 快速掌握新技术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4. 创意释放 - 专注核心逻辑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关键原则：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   AI是助手，不是替代者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   善用AI，但保持独立思考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感谢聆听！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DC96"/>
                </a:solidFill>
              </a:defRPr>
            </a:pPr>
            <a:r>
              <a:t>老六 - 刘科的最强助手</a:t>
            </a:r>
          </a:p>
        </p:txBody>
      </p:sp>
      <p:pic>
        <p:nvPicPr>
          <p:cNvPr id="5" name="Picture 4" descr="老六形象_最终版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1310" y="3383280"/>
            <a:ext cx="2743200" cy="31350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1176</Words>
  <Application>WPS 演示</Application>
  <PresentationFormat>On-screen Show (4:3)</PresentationFormat>
  <Paragraphs>167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Arial</vt:lpstr>
      <vt:lpstr>Calibri</vt:lpstr>
      <vt:lpstr>Helvetica Neue</vt:lpstr>
      <vt:lpstr>宋体</vt:lpstr>
      <vt:lpstr>汉仪书宋二KW</vt:lpstr>
      <vt:lpstr>微软雅黑</vt:lpstr>
      <vt:lpstr>Arial Unicode MS</vt:lpstr>
      <vt:lpstr>儷宋 Pro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歡喜</cp:lastModifiedBy>
  <cp:revision>2</cp:revision>
  <dcterms:created xsi:type="dcterms:W3CDTF">2026-03-10T08:48:19Z</dcterms:created>
  <dcterms:modified xsi:type="dcterms:W3CDTF">2026-03-10T08:48:19Z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DEEF5BCA5B55B465D3DAAF69452FC403_42</vt:lpwstr>
  </property>
  <property fmtid="{D5CDD505-2E9C-101B-9397-08002B2CF9AE}" pid="3" name="KSOProductBuildVer">
    <vt:lpwstr>2052-7.5.1.8994</vt:lpwstr>
  </property>
</Properties>
</file>