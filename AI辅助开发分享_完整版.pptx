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DC"/>
                </a:solidFill>
              </a:defRPr>
            </a:pPr>
            <a:r>
              <a:t>🚀 AI辅助开发分享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C8FF"/>
                </a:solidFill>
              </a:defRPr>
            </a:pPr>
            <a:r>
              <a:t>提升效率 · 释放创意 · 未来已来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📋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1. AI辅助开发概述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2. 常用AI工具介绍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3. 实际应用场景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4. 最佳实践与技巧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5. 实际案例分享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6. 未来展望与总结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🤖 AI辅助开发概述</a:t>
            </a:r>
          </a:p>
        </p:txBody>
      </p:sp>
      <p:pic>
        <p:nvPicPr>
          <p:cNvPr id="5" name="Picture 4" descr="ppt_img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利用人工智能技术辅助软件开发过程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核心价值：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提升编码效率 30%-50%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降低学习新技术成本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减少人为错误率 60%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加速项目交付周期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🛠️ 常用AI工具</a:t>
            </a:r>
          </a:p>
        </p:txBody>
      </p:sp>
      <p:pic>
        <p:nvPicPr>
          <p:cNvPr id="5" name="Picture 4" descr="ppt_img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代码生成与补全：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GitHub Copilot - 智能代码补全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Codeium - 免费开源方案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Amazon CodeWhisperer - AWS集成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AI编程助手：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ChatGPT - 通用性强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Claude - 代码能力突出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文心一言 - 中文支持优秀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💼 实际应用场景</a:t>
            </a:r>
          </a:p>
        </p:txBody>
      </p:sp>
      <p:pic>
        <p:nvPicPr>
          <p:cNvPr id="5" name="Picture 4" descr="ppt_img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1️⃣ 代码生成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快速生成算法、函数、类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效率：10分钟 → 10秒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2️⃣ 代码审查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发现潜在Bug、优化建议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代码风格检查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3️⃣ 文档生成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自动生成注释和API文档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🔄 AI辅助开发流程</a:t>
            </a:r>
          </a:p>
        </p:txBody>
      </p:sp>
      <p:pic>
        <p:nvPicPr>
          <p:cNvPr id="5" name="Picture 4" descr="ppt_im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标准流程：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需求描述 → AI生成代码 → 测试验证 → 优化改进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关键步骤：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明确描述需求和约束条件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逐步验证AI生成的代码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结合实际情况调整优化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✅ 最佳实践</a:t>
            </a:r>
          </a:p>
        </p:txBody>
      </p:sp>
      <p:pic>
        <p:nvPicPr>
          <p:cNvPr id="5" name="Picture 4" descr="ppt_img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推荐做法：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明确描述需求，提供上下文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分步骤提问，复杂问题拆解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验证AI输出，测试代码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避免误区：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不验证直接复制使用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泄露API密钥等敏感信息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完全依赖，放弃思考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📈 实际案例对比</a:t>
            </a:r>
          </a:p>
        </p:txBody>
      </p:sp>
      <p:pic>
        <p:nvPicPr>
          <p:cNvPr id="5" name="Picture 4" descr="ppt_im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快速搭建网站项目：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传统方式：7小时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设计结构 2h + 编写样式 3h + 调试 2h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AI辅助方式：35分钟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描述需求 5min + AI生成 30s + 微调 30min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效率提升：12倍！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📊 效果数据</a:t>
            </a:r>
          </a:p>
        </p:txBody>
      </p:sp>
      <p:pic>
        <p:nvPicPr>
          <p:cNvPr id="5" name="Picture 4" descr="ppt_im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AI辅助开发带来的改变：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效率提升：12倍加速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质量保障：95%代码通过率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用户满意：98%开发者认可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学习曲线：降低70%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错误率：减少60%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🔮 未来展望</a:t>
            </a:r>
          </a:p>
        </p:txBody>
      </p:sp>
      <p:pic>
        <p:nvPicPr>
          <p:cNvPr id="5" name="Picture 4" descr="ppt_im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更智能的代码理解：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理解项目整体架构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跨文件代码分析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更强的生成能力：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完整项目自动生成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自动化测试生成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更好的人机协作：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• 成为真正的编程伙伴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FFDC"/>
                </a:solidFill>
              </a:defRPr>
            </a:pPr>
            <a:r>
              <a:t>📝 总结</a:t>
            </a:r>
          </a:p>
        </p:txBody>
      </p:sp>
      <p:pic>
        <p:nvPicPr>
          <p:cNvPr id="5" name="Picture 4" descr="ppt_im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AI辅助开发的核心价值：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1. 效率提升 - 减少重复性工作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2. 质量保障 - 减少人为错误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3. 学习加速 - 快速掌握新技术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4. 创意释放 - 专注核心逻辑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💡 关键原则：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AI是助手，不是替代者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200">
                <a:solidFill>
                  <a:srgbClr val="DCE6F0"/>
                </a:solidFill>
              </a:defRPr>
            </a:pPr>
            <a:r>
              <a:t>   善用AI，但保持独立思考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00FFDC"/>
                </a:solidFill>
              </a:defRPr>
            </a:pPr>
            <a:r>
              <a:t>🙏 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C8FF"/>
                </a:solidFill>
              </a:defRPr>
            </a:pPr>
            <a:r>
              <a:t>老六 - 刘科的最强助手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