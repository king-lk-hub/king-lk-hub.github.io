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🚀 AI辅助开发分享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重复编码耗时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学习曲线陡峭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Bug修复困难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AI自动生成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智能代码审查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自动Bug修复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效率↑ 50%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错误↓ 60%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满意度 98%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🤖 AI辅助开发概述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现状痛点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重复编码70%时间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新技术学习成本高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Bug修复效率低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文档维护繁琐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AI解决方案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自动生成boilerplate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智能代码补全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自动检测Bug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一键生成文档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核心价值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效率↑ 50%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成本↓ 40%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质量↑ 95%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满意度 98%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🛠️ AI工具全景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代码生成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GitHub Copilot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实时代码补全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多语言支持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Codeium免费开源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AI助手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ChatGPT通用强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Claude代码突出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文心一言中文好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Kimi长文本支持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选择建议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日常编码→Copilot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复杂逻辑→Claude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快速原型→ChatGPT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团队协作→Codeium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💼 全场景应用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开发前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需求分析辅助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架构设计建议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技术选型对比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工时评估优化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开发中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代码自动生成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实时代码补全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智能调试诊断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代码审查优化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开发后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自动化测试生成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技术文档编写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性能优化建议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部署脚本生成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✅ 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应该做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明确描述需求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提供足够上下文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分步骤复杂问题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验证AI生成结果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避免做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盲目复制粘贴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泄露敏感信息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完全依赖AI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• 忽视代码质量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技巧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使用具体示例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迭代优化提示词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结合领域知识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持续学习调整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📈 实战案例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传统方式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需求分析 2h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页面设计 3h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调试测试 2h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总计: 7小时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AI辅助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描述需求 5min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AI生成 30s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微调优化 30min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总计: 35分钟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效果对比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时间节省 92%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代码质量提升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开发体验优化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团队效率倍增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731520"/>
          </a:xfrm>
          <a:prstGeom prst="rect">
            <a:avLst/>
          </a:prstGeom>
          <a:solidFill>
            <a:srgbClr val="F5F5F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🎯 效果数据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657600" cy="548640"/>
          </a:xfrm>
          <a:prstGeom prst="roundRect">
            <a:avLst/>
          </a:prstGeom>
          <a:solidFill>
            <a:srgbClr val="E3F2FD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效率指标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开发速度↑ 12x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代码产出↑ 50%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Bug修复↓ 60%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重复工作↓ 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F3E5F5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质量指标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代码通过率 95%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审查问题↓ 45%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技术债务↓ 35%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团队满意度 98%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657600" cy="548640"/>
          </a:xfrm>
          <a:prstGeom prst="roundRect">
            <a:avLst/>
          </a:prstGeom>
          <a:solidFill>
            <a:srgbClr val="E8F5E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学习指标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新技术掌握 3x快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文档查阅↓ 70%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问题解决↑ 40%</a:t>
            </a:r>
          </a:p>
          <a:p>
            <a:pPr>
              <a:spcBef>
                <a:spcPts val="600"/>
              </a:spcBef>
              <a:defRPr sz="1400">
                <a:solidFill>
                  <a:srgbClr val="3C3C3C"/>
                </a:solidFill>
              </a:defRPr>
            </a:pPr>
            <a:r>
              <a:t>知识沉淀↑ 50%</a:t>
            </a:r>
          </a:p>
        </p:txBody>
      </p:sp>
      <p:sp>
        <p:nvSpPr>
          <p:cNvPr id="15" name="Straight Connector 14"/>
          <p:cNvSpPr/>
          <p:nvPr/>
        </p:nvSpPr>
        <p:spPr>
          <a:xfrm>
            <a:off x="4114800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955279" y="1188720"/>
            <a:ext cx="91440" cy="5029200"/>
          </a:xfrm>
          <a:prstGeom prst="lineInv">
            <a:avLst/>
          </a:prstGeom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</a:defRPr>
            </a:pPr>
            <a:r>
              <a:t>🙏 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9800"/>
                </a:solidFill>
              </a:defRPr>
            </a:pPr>
            <a:r>
              <a:t>老六 - 刘科的最强助手 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