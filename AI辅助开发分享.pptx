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AI辅助开发分享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C96"/>
                </a:solidFill>
              </a:defRPr>
            </a:pPr>
            <a:r>
              <a:t>提升效率 · 释放创意 · 未来已来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1. AI辅助开发概述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2. 常用AI工具介绍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3. 实际应用场景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4. 最佳实践与技巧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5. 实际案例分享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6. 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什么是AI辅助开发？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利用人工智能技术辅助软件开发过程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提高开发效率，减少重复性工作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让开发者专注于创造性工作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核心价值：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提升编码效率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降低学习成本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减少错误率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加速项目交付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常用AI工具介绍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代码生成与补全：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GitHub Copilot - 代码自动补全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Codeium - 免费开源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Amazon CodeWhisperer - AWS集成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AI编程助手：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ChatGPT - 通用性强，代码解释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Claude - 代码能力强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文心一言 - 中文支持好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实际应用场景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1. 代码生成 - 从10分钟到10秒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快速生成算法、函数、类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2. 代码审查 - 发现潜在Bug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代码风格检查、性能优化建议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3. 文档生成 - 自动生成注释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函数文档、API文档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4. Bug修复 - 智能诊断问题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错误分析、修复方案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应该做的：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明确描述需求，提供上下文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分步骤提问，复杂问题拆解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验证AI输出，测试代码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避免的：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完全依赖AI，不验证直接复制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模糊需求描述，缺少细节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泄露敏感信息（API密钥等）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提示词工程技巧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有效提示词结构：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角色：资深Python开发工程师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任务：优化代码性能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代码：[代码内容]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要求：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1. 时间复杂度优化到O(n)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2. 保持代码可读性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3. 添加异常处理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实际案例分享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快速搭建网站：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传统方式：7小时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设计结构 2h + 编写样式 3h + 调试 2h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AI辅助方式：35分钟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描述需求 5min + AI生成 30s + 微调 30min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效率提升：12倍！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更智能的代码理解：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理解项目整体架构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跨文件代码分析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更强的生成能力：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完整项目生成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自动化测试生成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更好的人机协作：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个性化学习开发者习惯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• 成为真正的编程伙伴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AI辅助开发的核心价值：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1. 效率提升 - 减少重复性工作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2. 质量保障 - 减少人为错误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3. 学习加速 - 快速掌握新技术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4. 创意释放 - 专注核心逻辑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关键原则：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AI是助手，不是替代者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323232"/>
                </a:solidFill>
              </a:defRPr>
            </a:pPr>
            <a:r>
              <a:t>   善用AI，但保持独立思考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C96"/>
                </a:solidFill>
              </a:defRPr>
            </a:pPr>
            <a:r>
              <a:t>老六 - 刘科的最强助手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